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10817352" cy="54864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76"/>
                </a:solidFill>
                <a:latin typeface="Trebuchet MS"/>
              </a:defRPr>
            </a:pPr>
            <a:r>
              <a:t>AI-POWERED CAREER PATH RECOMMENDATION</a:t>
            </a:r>
          </a:p>
          <a:p>
            <a:pPr algn="l">
              <a:spcBef>
                <a:spcPts val="1000"/>
              </a:spcBef>
              <a:defRPr sz="1800">
                <a:solidFill>
                  <a:srgbClr val="F0F5FF"/>
                </a:solidFill>
                <a:latin typeface="Arial"/>
              </a:defRPr>
            </a:pPr>
            <a:r>
              <a:t>CareerCraft: Your Ultimate Career Compass &amp; B2B Recruitment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76"/>
                </a:solidFill>
                <a:latin typeface="Arial"/>
              </a:defRPr>
            </a:pPr>
            <a:r>
              <a:t>Submitted By:</a:t>
            </a:r>
          </a:p>
          <a:p>
            <a:pPr>
              <a:spcBef>
                <a:spcPts val="500"/>
              </a:spcBef>
              <a:defRPr sz="1600" b="1">
                <a:solidFill>
                  <a:srgbClr val="F0F5FF"/>
                </a:solidFill>
                <a:latin typeface="Arial"/>
              </a:defRPr>
            </a:pPr>
            <a:r>
              <a:t>HARISHGANTH.L</a:t>
            </a:r>
            <a:br/>
            <a:r>
              <a:t>Reg No: 720823103057</a:t>
            </a:r>
            <a:br/>
            <a:r>
              <a:t>Final Year, BE-CSE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291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676"/>
                </a:solidFill>
                <a:latin typeface="Arial"/>
              </a:defRPr>
            </a:pPr>
            <a:r>
              <a:t>Project Guide:</a:t>
            </a:r>
          </a:p>
          <a:p>
            <a:pPr>
              <a:spcBef>
                <a:spcPts val="500"/>
              </a:spcBef>
              <a:defRPr sz="1600">
                <a:solidFill>
                  <a:srgbClr val="F0F5FF"/>
                </a:solidFill>
                <a:latin typeface="Arial"/>
              </a:defRPr>
            </a:pPr>
            <a:r>
              <a:t>Mrs. VIDHYA.V</a:t>
            </a:r>
            <a:br/>
            <a:r>
              <a:t>Assistant Professor, Dept of CSE</a:t>
            </a:r>
          </a:p>
          <a:p>
            <a:br/>
            <a:pPr>
              <a:defRPr sz="1400" b="1">
                <a:solidFill>
                  <a:srgbClr val="F0F5FF"/>
                </a:solidFill>
                <a:latin typeface="Arial"/>
              </a:defRPr>
            </a:pPr>
            <a:r>
              <a:t>HINDUSTAN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Introduction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CareerCraft is an AI-powered 'Super App' designed for career exploration and B2B recruitment.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Integrates dynamic machine learning guidance with resume analysis, interview coaching, and project suggestions.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Acts as a comprehensive roadmap for graduating students to achieve industry readiness.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Students face massive confusion choosing structured career roadmaps (Full Stack, Data Science, Cyber).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Standard resumes lack ATS-friendliness, leading to high rejection rates.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Lack of realistic, feedback-oriented technical mock interview practice.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• Recruiters struggle to efficiently screen, find, and match candidates who completed verified learning milestones.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1. Frontend (React 19)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⚡ Vite-powered Single Page App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⚡ Neon Glassmorphism Clean UI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⚡ React Router 7 Navigation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⚡ Custom vanilla CSS layouts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⚡ Responsive Mobile-friendly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2. Backend (Node &amp; Express)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⚙️ RESTful API endpoints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⚙️ MongoDB schemas &amp; models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⚙️ JWT Session 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⚙️ Secured environment keys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⚙️ Error-handling controllers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3. AI Engine &amp; Database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🧠 Google Gemini API integration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🧠 Dynamic prompt engineers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🧠 MongoDB Atlas cloud storage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🧠 Resume JSON parsing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🧠 Auto-portfolio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Core Features - Candidate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201168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🧠 AI Career Assessment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Get customized career suggestions by chatting with an AI Career Advisor that analyzes your interests.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🗺️ Job &amp; Skill Roadmaps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Access highly organized step-by-step visual roadmaps for CSE domains like Full Stack, AI, Cyber.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31920"/>
            <a:ext cx="5212080" cy="201168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📄 Resume &amp; Portfolio Builder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One-click dynamic ATS resume PDF creation and automated live developer portfolio site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🎤 Mock Interview &amp; Code Analyzer</a:t>
            </a:r>
          </a:p>
          <a:p>
            <a:pPr>
              <a:spcBef>
                <a:spcPts val="8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Experience AI mock interviews with direct grading and use GitHub analyzer to suggest project improvements.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B2B Recruiter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Recruiter Operations</a:t>
            </a:r>
          </a:p>
          <a:p>
            <a:pPr>
              <a:spcBef>
                <a:spcPts val="14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💡 Smart Candidate Matchmaking: Auto-matches students who have high roadmap completion levels or test scores.</a:t>
            </a:r>
          </a:p>
          <a:p>
            <a:pPr>
              <a:spcBef>
                <a:spcPts val="14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📊 Dynamic HR Analytics Dashboard: Detailed progress statistics, scores, skill sets, and interview grades.</a:t>
            </a:r>
          </a:p>
          <a:p>
            <a:pPr>
              <a:spcBef>
                <a:spcPts val="14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🔍 Single-view Student Dossier: Detailed access to AI-analyzed candidate code quality, resume, and portfolio link.</a:t>
            </a:r>
          </a:p>
          <a:p>
            <a:pPr>
              <a:spcBef>
                <a:spcPts val="14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🎯 Verified Candidate Selection: Minimizes screening times by 80% using pre-screened technical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Arial"/>
              </a:defRPr>
            </a:pPr>
            <a:r>
              <a:t>HR System Core Metrics</a:t>
            </a:r>
          </a:p>
          <a:p>
            <a:pPr>
              <a:spcBef>
                <a:spcPts val="12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⌛ Time-to-Hire Reduction: Cut from 20 days to 3 days</a:t>
            </a:r>
          </a:p>
          <a:p>
            <a:pPr>
              <a:spcBef>
                <a:spcPts val="12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🎯 Profile Matching Accuracy: Up to 92% match index</a:t>
            </a:r>
          </a:p>
          <a:p>
            <a:pPr>
              <a:spcBef>
                <a:spcPts val="12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🌟 Skills-First Hiring: Verified roadmap milestone achievements</a:t>
            </a:r>
          </a:p>
          <a:p>
            <a:pPr>
              <a:spcBef>
                <a:spcPts val="1200"/>
              </a:spcBef>
              <a:defRPr sz="1400">
                <a:solidFill>
                  <a:srgbClr val="F0F5FF"/>
                </a:solidFill>
                <a:latin typeface="Arial"/>
              </a:defRPr>
            </a:pPr>
            <a:r>
              <a:t>🔒 Seamless Integration: HR Dashboard fully synced with candidate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Technology Stack &amp; Core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FRONTEND TECH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React 19 Core Framework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Vite 7 (Ultra-fast bundler)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React Router 7 (Layout &amp; Routes)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Vanilla CSS (Neon Glassmorphism)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TailwindCSS (Responsive utility)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BACKEND SERVICE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Node.js (LTS v18+)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Express.js Framework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JWT (Authentication)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Bcrypt (Password hash protection)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RESTful API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383280" cy="411480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DATABASE &amp; AI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MongoDB Atlas (Cloud NoSQL)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Mongoose (ODM Layer)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Google Gemini API Integration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OpenAI (Fallback Service)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✔ ATS PDF Parser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MongoDB Data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420624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Arial"/>
              </a:defRPr>
            </a:pPr>
            <a:r>
              <a:t>Core Schema Definitions</a:t>
            </a:r>
          </a:p>
          <a:p>
            <a:pPr>
              <a:spcBef>
                <a:spcPts val="1000"/>
              </a:spcBef>
              <a:defRPr sz="1200">
                <a:solidFill>
                  <a:srgbClr val="F0F5FF"/>
                </a:solidFill>
                <a:latin typeface="Arial"/>
              </a:defRPr>
            </a:pPr>
            <a:r>
              <a:t>👤 User Schema: email, password, role ('student'/'recruiter'), profile details, completedRoadmaps, resumes.</a:t>
            </a:r>
          </a:p>
          <a:p>
            <a:pPr>
              <a:spcBef>
                <a:spcPts val="1000"/>
              </a:spcBef>
              <a:defRPr sz="1200">
                <a:solidFill>
                  <a:srgbClr val="F0F5FF"/>
                </a:solidFill>
                <a:latin typeface="Arial"/>
              </a:defRPr>
            </a:pPr>
            <a:r>
              <a:t>📄 Resume Schema: userId, textContent, parsedSkills, scoreATS, generatedPortfolioLink.</a:t>
            </a:r>
          </a:p>
          <a:p>
            <a:pPr>
              <a:spcBef>
                <a:spcPts val="1000"/>
              </a:spcBef>
              <a:defRPr sz="1200">
                <a:solidFill>
                  <a:srgbClr val="F0F5FF"/>
                </a:solidFill>
                <a:latin typeface="Arial"/>
              </a:defRPr>
            </a:pPr>
            <a:r>
              <a:t>🗺️ Roadmap Schema: domainName, level, steps: [{ title, url, desc, completed }].</a:t>
            </a:r>
          </a:p>
          <a:p>
            <a:pPr>
              <a:spcBef>
                <a:spcPts val="1000"/>
              </a:spcBef>
              <a:defRPr sz="1200">
                <a:solidFill>
                  <a:srgbClr val="F0F5FF"/>
                </a:solidFill>
                <a:latin typeface="Arial"/>
              </a:defRPr>
            </a:pPr>
            <a:r>
              <a:t>🎤 MockInterview Schema: userId, topic, score, questionsAnswered: [{ q, a, score, feedback }].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1B263B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  <a:latin typeface="Arial"/>
              </a:defRPr>
            </a:pPr>
            <a:r>
              <a:t>Data Flow &amp; Integration Flow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1. Candidate profiles are completed -&gt; Stored in MongoDB.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2. Resume uploaded -&gt; Sent to Backend -&gt; Parsed using Mongoose &amp; Gemini AI API -&gt; Returns ATS grade + details.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3. Recruiter searches candidates -&gt; Backend queries DB matching specific skills -&gt; Displays matched dossier.</a:t>
            </a:r>
          </a:p>
          <a:p>
            <a:pPr>
              <a:spcBef>
                <a:spcPts val="1000"/>
              </a:spcBef>
              <a:defRPr sz="1300">
                <a:solidFill>
                  <a:srgbClr val="F0F5FF"/>
                </a:solidFill>
                <a:latin typeface="Arial"/>
              </a:defRPr>
            </a:pPr>
            <a:r>
              <a:t>4. Interview completed -&gt; AI assesses speech text -&gt; Grades, saves to DB -&gt; Instantly visible on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Project Highlights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Key System Achievements</a:t>
            </a:r>
          </a:p>
          <a:p>
            <a:pPr>
              <a:spcBef>
                <a:spcPts val="14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⭐ Real-world Ready: Resolves student career confusion using dynamic AI assessments.</a:t>
            </a:r>
          </a:p>
          <a:p>
            <a:pPr>
              <a:spcBef>
                <a:spcPts val="14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⚡ Automated Workflows: Complete portfolio generation within 2 seconds of profile upload.</a:t>
            </a:r>
          </a:p>
          <a:p>
            <a:pPr>
              <a:spcBef>
                <a:spcPts val="14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📈 Recruiter-Focused: Complete B2B Recruitment module bridging the gap between student portfolios and recruiters.</a:t>
            </a:r>
          </a:p>
          <a:p>
            <a:pPr>
              <a:spcBef>
                <a:spcPts val="14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🔒 Secure &amp; Scalable: Built using best practice patterns like JWT authentication and MongoDB cloud clusters.</a:t>
            </a:r>
          </a:p>
          <a:p>
            <a:pPr>
              <a:spcBef>
                <a:spcPts val="14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🌐 Modern UI Experience: Visually stunning dark mode layout based on modern glassmorphic design principles.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676"/>
                </a:solidFill>
                <a:latin typeface="Trebuchet MS"/>
              </a:defRPr>
            </a:pPr>
            <a: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AI-Powered Career Path Recommendation (CareerCraft) | BE-CSE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✔ CareerCraft bridges the gap between educational preparation and industrial recruitment.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✔ AI Career Assessment provides precise, individualized direction for students.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✔ The B2B Portal provides hiring managers with a highly simplified candidate screening funnel.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✔ Improves student hiring opportunities by showcasing verified milestone accomplishments.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676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🚀 Integrate live coding environment assessment for candidates.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🚀 Add automated voice/video facial expression analysis for mock interviews.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🚀 Introduce Multi-Language natural voice guidance chatbots.</a:t>
            </a:r>
          </a:p>
          <a:p>
            <a:pPr>
              <a:spcBef>
                <a:spcPts val="1200"/>
              </a:spcBef>
              <a:defRPr sz="1500">
                <a:solidFill>
                  <a:srgbClr val="F0F5FF"/>
                </a:solidFill>
                <a:latin typeface="Arial"/>
              </a:defRPr>
            </a:pPr>
            <a:r>
              <a:t>🚀 Add enterprise blockchain ledger to verify student certificates and project authenticity.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B26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E676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0F5FF"/>
                </a:solidFill>
                <a:latin typeface="Arial"/>
              </a:defRPr>
            </a:pPr>
            <a:r>
              <a:t>Questions &amp; Answers Session</a:t>
            </a:r>
          </a:p>
          <a:p>
            <a:br/>
            <a:pPr algn="ctr">
              <a:spcBef>
                <a:spcPts val="1500"/>
              </a:spcBef>
              <a:defRPr sz="1600">
                <a:solidFill>
                  <a:srgbClr val="B4BED2"/>
                </a:solidFill>
                <a:latin typeface="Arial"/>
              </a:defRPr>
            </a:pPr>
            <a:r>
              <a:t>Presented By: HARISHGANTH.L (720823103057)</a:t>
            </a:r>
            <a:br/>
            <a:r>
              <a:t>HINDUSTAN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